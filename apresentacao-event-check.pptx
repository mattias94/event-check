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event-check-seven.vercel.app" TargetMode="External"/><Relationship Id="rId2" Type="http://schemas.openxmlformats.org/officeDocument/2006/relationships/hyperlink" Target="https://event-check-backend.vercel.app/api/event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258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Event-Check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completa para gestão de eventos, inscrições e check-in digital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técnica e comercial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· Next.js · NestJS ·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você verá nesta apresentação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Desafios do cliente e proposta de valor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 da solução Event-Check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e stack tecnológico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para participantes e administradores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por QR Code e comunicação automatizada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Segurança, infraestrutura e benefícios entregues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Demonstração em produção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Desafios do cliente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Dores comuns na gestão de eventos presenciais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manual de listas — erros e falta de visão em tempo real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Filas na portaria com planilhas impressas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tardia em cancelamentos ou mudanças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Overbooking em inscrições simultâneas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Participante sem acesso fácil ao ingresso e QR code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Ausência de painel com métricas de ocupação e presença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 solução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Event-Check — do cadastro ao check-in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web responsiva que integra organizadores e participantes: descoberta de eventos, inscrição segura, QR code por e-mail e validação na portaria.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o organizador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379476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Criar eventos com mapa e capa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 inscritos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por QR Code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Exportação CSV e e-mails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o participante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450592"/>
            <a:ext cx="379476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Descobrir eventos com filtros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Inscrição online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no app e no e-mail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 Meus eventos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Monorepo escalável na nuvem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(Vercel)  →  API NestJS (Vercel)  →  PostgreSQL (Supabase)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3794760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 — Next.js 14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 — NestJS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→ service → repository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 + migrations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6459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Integrações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084832"/>
            <a:ext cx="3794760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Brevo — e-mails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OpenStreetMap — mapas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— CI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via Git → Vercel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tecnológico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Camada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Tecnologias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Linguagem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TypeScript (frontend e backend)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14, React 18, Tailwind, Zod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NestJS 10, Express, class-validator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Banco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+ Prisma 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 + cookie httpOnly + bcrypt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E-mail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Brevo (verificação, reset, QR)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Hospedagem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+ Supabase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Experiência moderna e responsiva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— rotas auth, usuário e admin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UserShell + AdminShell — sidebar responsiva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Hook Form + Zod — validação de formulários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— mobile-first e acessível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 + OpenStreetMap — mapas dos eventos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html5-qrcode — leitor de QR na câmera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— gráficos no dashboard admin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ESLint + GitHub Actions — qualidade de código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e 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 segura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 modular: auth, events, enrollments, geocoding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— User, Event, Enrollment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Inscrição atômica — evita estouro de vagas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Exclusão em cascata — remove inscrições + evento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JWT no QR code — anti-fraude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idempotente com horário registrado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Geocodificação Nominatim — sem custo de API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Migrations Prisma versionadas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Proteção em todas as camadas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3794760" cy="4544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Senhas com bcrypt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Papéis USER e ADMIN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 de e-mail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Guards síncronos no layout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Boas práticas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627632"/>
            <a:ext cx="3794760" cy="4544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fora do Git (.env)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restrito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Cookies httpOnly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ESLint no CI (bloqueia PR)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— Participante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Jornada do usuário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 com confirmação de e-mail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Descobrir eventos — busca e filtros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Detalhes com mapa e vagas restantes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Inscrição única por evento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 com QR code (PNG anexo)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Meus eventos com QR mobile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editável com avatar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— Admin (1/2)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eventos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completo — capa, mapa, capacidade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de data e capacidade mínima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por evento em tempo real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Gráficos de ocupação e check-in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— Admin (2/2)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Operação e comunicação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de inscritos e exportação CSV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Cancelamento com e-mail aos inscritos (Brevo)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Exclusão com remoção em cascata de inscrições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usuários e histórico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Leitor QR mobile na portaria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por QR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Portaria rápida e confiável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resumido: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Inscrição → Token seguro → QR no e-mail e no app → Admin escaneia → API valida → Presença registrada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Câmera, upload de imagem ou digitação manual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Rejeita QR inválido ou de outro evento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duplo informa data/hora anterior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atualizado na hora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automatizada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E-mails via Brevo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envia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3794760" cy="4544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 de conta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Recuperação de senha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Confirmação + QR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Cancelamento de evento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627632"/>
            <a:ext cx="3794760" cy="4544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ligações ao suporte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profissional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como anexo PNG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para o sistema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 entregues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 → Solução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Problema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Solução Event-Check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Listas manuais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digital + CSV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Filas na portaria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Check-in QR em segundos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Overbooking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Inscrição atômica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Falta de comunicação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E-mails automáticos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Baixa visibilidade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Gráficos de presença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Processos lentos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web e mobile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em produção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Demonstração ao vivo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</a:t>
            </a:r>
            <a:endParaRPr lang="en-US" sz="13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548640" y="15270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https://event-check-seven.vercel.app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API:</a:t>
            </a:r>
            <a:endParaRPr lang="en-US" sz="13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548640" y="23042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https://event-check-backend.vercel.app/api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automático a cada push (Git → Vercel)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com ESLint — falha bloqueia o pull request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gerenciado (Supabase)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 transacional Brevo em produção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Event-Check — Gestão inteligente de eventos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Dúvidas? Vamos agendar uma demonstração ao vivo.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Event-Check — Apresentação Comercial</dc:title>
  <dc:subject>PptxGenJS Presentation</dc:subject>
  <dc:creator>Event-Check</dc:creator>
  <cp:lastModifiedBy>Event-Check</cp:lastModifiedBy>
  <cp:revision>1</cp:revision>
  <dcterms:created xsi:type="dcterms:W3CDTF">2026-09-04T00:36:09Z</dcterms:created>
  <dcterms:modified xsi:type="dcterms:W3CDTF">2026-09-04T00:36:09Z</dcterms:modified>
</cp:coreProperties>
</file>